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241280" cy="59436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AgentAssigner: AI Incident Investigation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0515600" cy="36576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B8C7DA"/>
                </a:solidFill>
                <a:latin typeface="Calibri"/>
              </a:rPr>
              <a:t>What it is and where it sits in the Incident War Room</a:t>
            </a:r>
          </a:p>
        </p:txBody>
      </p:sp>
      <p:sp>
        <p:nvSpPr>
          <p:cNvPr id="6" name="Oval 5"/>
          <p:cNvSpPr/>
          <p:nvPr/>
        </p:nvSpPr>
        <p:spPr>
          <a:xfrm>
            <a:off x="11155680" y="320040"/>
            <a:ext cx="594360" cy="594360"/>
          </a:xfrm>
          <a:prstGeom prst="ellipse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788"/>
                </a:solidFill>
                <a:latin typeface="Calibri"/>
              </a:rPr>
              <a:t>AgentAssigner  |  Incident War Room - AI Agent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5120640" cy="310896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0F233F"/>
                </a:solidFill>
                <a:latin typeface="Calibri"/>
              </a:rPr>
              <a:t>What it does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22B38"/>
                </a:solidFill>
                <a:latin typeface="Calibri"/>
              </a:rPr>
              <a:t>A FastAPI microservice. When a user clicks the tick on a bug, the bug is assigned to an LLM debugging agent.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22B38"/>
                </a:solidFill>
                <a:latin typeface="Calibri"/>
              </a:rPr>
              <a:t>The agent reads the logs, finds the root cause and recommends a fix.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22B38"/>
                </a:solidFill>
                <a:latin typeface="Calibri"/>
              </a:rPr>
              <a:t>It produces a Markdown report and reports success or failure back to the dashboard.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0E9F9A"/>
                </a:solidFill>
                <a:latin typeface="Calibri"/>
              </a:rPr>
              <a:t>Fixes are suggestions only. Approve or reject stays a human decision.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463040"/>
            <a:ext cx="5669280" cy="36576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F233F"/>
                </a:solidFill>
                <a:latin typeface="Calibri"/>
              </a:rPr>
              <a:t>Where it fits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965960"/>
            <a:ext cx="2743200" cy="731520"/>
          </a:xfrm>
          <a:prstGeom prst="roundRect">
            <a:avLst>
              <a:gd name="adj" fmla="val 8000"/>
            </a:avLst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Dashboard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user clicks the tick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7178040" y="2715768"/>
            <a:ext cx="457200" cy="256032"/>
          </a:xfrm>
          <a:prstGeom prst="downArrow">
            <a:avLst/>
          </a:prstGeom>
          <a:solidFill>
            <a:srgbClr val="6B7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0" y="2971800"/>
            <a:ext cx="2743200" cy="731520"/>
          </a:xfrm>
          <a:prstGeom prst="roundRect">
            <a:avLst>
              <a:gd name="adj" fmla="val 8000"/>
            </a:avLst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Central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Spring Boot :8080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7178040" y="3721608"/>
            <a:ext cx="457200" cy="256032"/>
          </a:xfrm>
          <a:prstGeom prst="downArrow">
            <a:avLst/>
          </a:prstGeom>
          <a:solidFill>
            <a:srgbClr val="6B7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0" y="3977639"/>
            <a:ext cx="2743200" cy="731520"/>
          </a:xfrm>
          <a:prstGeom prst="roundRect">
            <a:avLst>
              <a:gd name="adj" fmla="val 8000"/>
            </a:avLst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AgentAssigner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FastAPI :8000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869680" y="3154680"/>
            <a:ext cx="457200" cy="320040"/>
          </a:xfrm>
          <a:prstGeom prst="rightArrow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418320" y="2971800"/>
            <a:ext cx="22860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E9E5B"/>
                </a:solidFill>
                <a:latin typeface="Calibri"/>
              </a:rPr>
              <a:t>LLM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7788"/>
                </a:solidFill>
                <a:latin typeface="Calibri"/>
              </a:rPr>
              <a:t>Gemini (default) or Claude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869680" y="4160520"/>
            <a:ext cx="457200" cy="320040"/>
          </a:xfrm>
          <a:prstGeom prst="rightArrow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18320" y="3977639"/>
            <a:ext cx="22860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09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E09B1A"/>
                </a:solidFill>
                <a:latin typeface="Calibri"/>
              </a:rPr>
              <a:t>Log source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7788"/>
                </a:solidFill>
                <a:latin typeface="Calibri"/>
              </a:rPr>
              <a:t>REST API or log 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92040"/>
            <a:ext cx="4572000" cy="36576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233F"/>
                </a:solidFill>
                <a:latin typeface="Calibri"/>
              </a:rPr>
              <a:t>Built with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349240"/>
            <a:ext cx="90525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E9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E9F9A"/>
                </a:solidFill>
                <a:latin typeface="Calibri"/>
              </a:rPr>
              <a:t>Python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91055" y="5349240"/>
            <a:ext cx="101041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E9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E9F9A"/>
                </a:solidFill>
                <a:latin typeface="Calibri"/>
              </a:rPr>
              <a:t>FastAPI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38627" y="5349240"/>
            <a:ext cx="111556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E9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E9F9A"/>
                </a:solidFill>
                <a:latin typeface="Calibri"/>
              </a:rPr>
              <a:t>Pydantic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91355" y="5349240"/>
            <a:ext cx="8001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E9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E9F9A"/>
                </a:solidFill>
                <a:latin typeface="Calibri"/>
              </a:rPr>
              <a:t>httpx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28615" y="5349240"/>
            <a:ext cx="18516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E9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E9F9A"/>
                </a:solidFill>
                <a:latin typeface="Calibri"/>
              </a:rPr>
              <a:t>Gemini / Claude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17435" y="5349240"/>
            <a:ext cx="90525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E9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E9F9A"/>
                </a:solidFill>
                <a:latin typeface="Calibri"/>
              </a:rPr>
              <a:t>Docker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9851" y="5349240"/>
            <a:ext cx="90525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E9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E9F9A"/>
                </a:solidFill>
                <a:latin typeface="Calibri"/>
              </a:rPr>
              <a:t>pytest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B7788"/>
                </a:solidFill>
                <a:latin typeface="Calibri"/>
              </a:rPr>
              <a:t>Other services call it over HTTP only. It owns its own state and is configured through environment variables.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241280" cy="59436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End-to-End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0515600" cy="36576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B8C7DA"/>
                </a:solidFill>
                <a:latin typeface="Calibri"/>
              </a:rPr>
              <a:t>From the tick click to the final result, 7 steps run in the background</a:t>
            </a:r>
          </a:p>
        </p:txBody>
      </p:sp>
      <p:sp>
        <p:nvSpPr>
          <p:cNvPr id="6" name="Oval 5"/>
          <p:cNvSpPr/>
          <p:nvPr/>
        </p:nvSpPr>
        <p:spPr>
          <a:xfrm>
            <a:off x="11155680" y="320040"/>
            <a:ext cx="594360" cy="594360"/>
          </a:xfrm>
          <a:prstGeom prst="ellipse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788"/>
                </a:solidFill>
                <a:latin typeface="Calibri"/>
              </a:rPr>
              <a:t>AgentAssigner  |  Incident War Room - AI Agent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73152" cy="201168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600200"/>
            <a:ext cx="1828800" cy="45720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F233F"/>
                </a:solidFill>
                <a:latin typeface="Calibri"/>
              </a:rPr>
              <a:t>Accept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48840"/>
            <a:ext cx="2377440" cy="12801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222B38"/>
                </a:solidFill>
                <a:latin typeface="Calibri"/>
              </a:rPr>
              <a:t>Central calls POST /api/investigations with the bug_id. The service returns 202 at once and runs the rest in the background.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463040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1463040"/>
            <a:ext cx="73152" cy="201168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66160" y="1600200"/>
            <a:ext cx="457200" cy="457200"/>
          </a:xfrm>
          <a:prstGeom prst="ellipse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1600200"/>
            <a:ext cx="1828800" cy="45720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F233F"/>
                </a:solidFill>
                <a:latin typeface="Calibri"/>
              </a:rPr>
              <a:t>Enrich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148840"/>
            <a:ext cx="2377440" cy="12801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222B38"/>
                </a:solidFill>
                <a:latin typeface="Calibri"/>
              </a:rPr>
              <a:t>Missing description, service, severity and logs are fetched from Central (GET /api/incidents/{id}).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463040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463040"/>
            <a:ext cx="73152" cy="201168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0" y="1600200"/>
            <a:ext cx="457200" cy="457200"/>
          </a:xfrm>
          <a:prstGeom prst="ellipse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1600200"/>
            <a:ext cx="1828800" cy="45720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F233F"/>
                </a:solidFill>
                <a:latin typeface="Calibri"/>
              </a:rPr>
              <a:t>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148840"/>
            <a:ext cx="2377440" cy="12801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222B38"/>
                </a:solidFill>
                <a:latin typeface="Calibri"/>
              </a:rPr>
              <a:t>The LLM writes a focused investigation prompt for this bug. A default prompt is used if that fails.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1463040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1463040"/>
            <a:ext cx="73152" cy="201168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35440" y="1600200"/>
            <a:ext cx="457200" cy="457200"/>
          </a:xfrm>
          <a:prstGeom prst="ellipse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1600200"/>
            <a:ext cx="1828800" cy="45720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F233F"/>
                </a:solidFill>
                <a:latin typeface="Calibri"/>
              </a:rPr>
              <a:t>Collect logs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2148840"/>
            <a:ext cx="2377440" cy="12801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222B38"/>
                </a:solidFill>
                <a:latin typeface="Calibri"/>
              </a:rPr>
              <a:t>From the log REST API, then a file or folder as fallback, plus any logs in the request. Last 200 lines kept.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703320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703320"/>
            <a:ext cx="73152" cy="201168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1520" y="3840480"/>
            <a:ext cx="457200" cy="457200"/>
          </a:xfrm>
          <a:prstGeom prst="ellipse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3840480"/>
            <a:ext cx="1828800" cy="45720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F233F"/>
                </a:solidFill>
                <a:latin typeface="Calibri"/>
              </a:rPr>
              <a:t>Analyse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389120"/>
            <a:ext cx="2377440" cy="12801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222B38"/>
                </a:solidFill>
                <a:latin typeface="Calibri"/>
              </a:rPr>
              <a:t>The LLM gets the issue, the prompt and the logs. It returns root cause, evidence, fix steps and confidence.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3703320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83280" y="3703320"/>
            <a:ext cx="73152" cy="201168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566160" y="3840480"/>
            <a:ext cx="457200" cy="457200"/>
          </a:xfrm>
          <a:prstGeom prst="ellipse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3840480"/>
            <a:ext cx="1828800" cy="45720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F233F"/>
                </a:solidFill>
                <a:latin typeface="Calibri"/>
              </a:rPr>
              <a:t>Decide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0440" y="4389120"/>
            <a:ext cx="2377440" cy="12801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222B38"/>
                </a:solidFill>
                <a:latin typeface="Calibri"/>
              </a:rPr>
              <a:t>Confidence at or above 0.6 gives SUCCESS, otherwise NEEDS_REVIEW. Any error gives FAILED.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3703320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3703320"/>
            <a:ext cx="73152" cy="201168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3840480"/>
            <a:ext cx="457200" cy="457200"/>
          </a:xfrm>
          <a:prstGeom prst="ellipse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3840480"/>
            <a:ext cx="1828800" cy="45720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F233F"/>
                </a:solidFill>
                <a:latin typeface="Calibri"/>
              </a:rPr>
              <a:t>Report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389120"/>
            <a:ext cx="2377440" cy="128016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222B38"/>
                </a:solidFill>
                <a:latin typeface="Calibri"/>
              </a:rPr>
              <a:t>Markdown report and state are saved. The backend callback is sent and approve or reject is pushed to Central.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52560" y="3703320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Dashboard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D5DFEC"/>
                </a:solidFill>
                <a:latin typeface="Calibri"/>
              </a:rPr>
              <a:t>Polls GET /api/investigations/{bug_id} and shows success or failure to the user.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852160"/>
            <a:ext cx="11155680" cy="5486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B7788"/>
                </a:solidFill>
                <a:latin typeface="Calibri"/>
              </a:rPr>
              <a:t>Each step is written to an audit trail that is shown in the details endpoint and the report.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241280" cy="59436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Which File Has 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0515600" cy="36576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B8C7DA"/>
                </a:solidFill>
                <a:latin typeface="Calibri"/>
              </a:rPr>
              <a:t>Project folder: practise\AgentAssigner</a:t>
            </a:r>
          </a:p>
        </p:txBody>
      </p:sp>
      <p:sp>
        <p:nvSpPr>
          <p:cNvPr id="6" name="Oval 5"/>
          <p:cNvSpPr/>
          <p:nvPr/>
        </p:nvSpPr>
        <p:spPr>
          <a:xfrm>
            <a:off x="11155680" y="320040"/>
            <a:ext cx="594360" cy="594360"/>
          </a:xfrm>
          <a:prstGeom prst="ellipse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788"/>
                </a:solidFill>
                <a:latin typeface="Calibri"/>
              </a:rPr>
              <a:t>AgentAssigner  |  Incident War Room - AI Agent Service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63040"/>
          <a:ext cx="11091672" cy="4873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891272"/>
              </a:tblGrid>
              <a:tr h="374904">
                <a:tc>
                  <a:txBody>
                    <a:bodyPr wrap="square" anchor="ctr" lIns="109728" rIns="109728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>
                    <a:solidFill>
                      <a:srgbClr val="0F233F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 it contains</a:t>
                      </a:r>
                    </a:p>
                  </a:txBody>
                  <a:tcPr>
                    <a:solidFill>
                      <a:srgbClr val="0F233F"/>
                    </a:solidFill>
                  </a:tcPr>
                </a:tc>
              </a:tr>
              <a:tr h="374904">
                <a:tc>
                  <a:txBody>
                    <a:bodyPr wrap="square" anchor="ctr" lIns="109728" rIns="109728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50" b="1">
                          <a:solidFill>
                            <a:srgbClr val="0E9F9A"/>
                          </a:solidFill>
                          <a:latin typeface="Calibri"/>
                        </a:rPr>
                        <a:t>app.py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222B38"/>
                          </a:solidFill>
                          <a:latin typeface="Calibri"/>
                        </a:rPr>
                        <a:t>FastAPI routes, API-key auth, CORS and the run_investigation pipeline (the orchestrator)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74904">
                <a:tc>
                  <a:txBody>
                    <a:bodyPr wrap="square" anchor="ctr" lIns="109728" rIns="109728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50" b="1">
                          <a:solidFill>
                            <a:srgbClr val="0E9F9A"/>
                          </a:solidFill>
                          <a:latin typeface="Calibri"/>
                        </a:rPr>
                        <a:t>agent.py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222B38"/>
                          </a:solidFill>
                          <a:latin typeface="Calibri"/>
                        </a:rPr>
                        <a:t>LLM layer: GeminiAgent and DebugAgent (Claude), prompt builders, retries, JSON parsing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 anchor="ctr" lIns="109728" rIns="109728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50" b="1">
                          <a:solidFill>
                            <a:srgbClr val="0E9F9A"/>
                          </a:solidFill>
                          <a:latin typeface="Calibri"/>
                        </a:rPr>
                        <a:t>models.py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222B38"/>
                          </a:solidFill>
                          <a:latin typeface="Calibri"/>
                        </a:rPr>
                        <a:t>Settings (env variables) and Pydantic models: statuses, request, root cause, investigation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74904">
                <a:tc>
                  <a:txBody>
                    <a:bodyPr wrap="square" anchor="ctr" lIns="109728" rIns="109728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50" b="1">
                          <a:solidFill>
                            <a:srgbClr val="0E9F9A"/>
                          </a:solidFill>
                          <a:latin typeface="Calibri"/>
                        </a:rPr>
                        <a:t>logs.py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222B38"/>
                          </a:solidFill>
                          <a:latin typeface="Calibri"/>
                        </a:rPr>
                        <a:t>fetch_logs: REST API first, then file or folder fallback; parses JSON or plain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 anchor="ctr" lIns="109728" rIns="109728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50" b="1">
                          <a:solidFill>
                            <a:srgbClr val="0E9F9A"/>
                          </a:solidFill>
                          <a:latin typeface="Calibri"/>
                        </a:rPr>
                        <a:t>central.py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222B38"/>
                          </a:solidFill>
                          <a:latin typeface="Calibri"/>
                        </a:rPr>
                        <a:t>Central service client: fetch incident details, push approve or reject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74904">
                <a:tc>
                  <a:txBody>
                    <a:bodyPr wrap="square" anchor="ctr" lIns="109728" rIns="109728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50" b="1">
                          <a:solidFill>
                            <a:srgbClr val="0E9F9A"/>
                          </a:solidFill>
                          <a:latin typeface="Calibri"/>
                        </a:rPr>
                        <a:t>callback.py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222B38"/>
                          </a:solidFill>
                          <a:latin typeface="Calibri"/>
                        </a:rPr>
                        <a:t>Posts the final result summary to CALLBACK_URL with retries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 anchor="ctr" lIns="109728" rIns="109728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50" b="1">
                          <a:solidFill>
                            <a:srgbClr val="0E9F9A"/>
                          </a:solidFill>
                          <a:latin typeface="Calibri"/>
                        </a:rPr>
                        <a:t>store.py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222B38"/>
                          </a:solidFill>
                          <a:latin typeface="Calibri"/>
                        </a:rPr>
                        <a:t>Saves and reloads each investigation as JSON in DATA_DIR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74904">
                <a:tc>
                  <a:txBody>
                    <a:bodyPr wrap="square" anchor="ctr" lIns="109728" rIns="109728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50" b="1">
                          <a:solidFill>
                            <a:srgbClr val="0E9F9A"/>
                          </a:solidFill>
                          <a:latin typeface="Calibri"/>
                        </a:rPr>
                        <a:t>report.py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222B38"/>
                          </a:solidFill>
                          <a:latin typeface="Calibri"/>
                        </a:rPr>
                        <a:t>Builds the Markdown report and saves it to reports\&lt;bug_id&gt;.md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 anchor="ctr" lIns="109728" rIns="109728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50" b="1">
                          <a:solidFill>
                            <a:srgbClr val="0E9F9A"/>
                          </a:solidFill>
                          <a:latin typeface="Calibri"/>
                        </a:rPr>
                        <a:t>test_app.py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222B38"/>
                          </a:solidFill>
                          <a:latin typeface="Calibri"/>
                        </a:rPr>
                        <a:t>About 40 pytest tests using a fake LLM and fake HTTP (no API key needed)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74904">
                <a:tc>
                  <a:txBody>
                    <a:bodyPr wrap="square" anchor="ctr" lIns="109728" rIns="109728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50" b="1">
                          <a:solidFill>
                            <a:srgbClr val="0E9F9A"/>
                          </a:solidFill>
                          <a:latin typeface="Calibri"/>
                        </a:rPr>
                        <a:t>.env / .env.example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222B38"/>
                          </a:solidFill>
                          <a:latin typeface="Calibri"/>
                        </a:rPr>
                        <a:t>Real configuration and the template (keys, URLs, thresholds)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 anchor="ctr" lIns="109728" rIns="109728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50" b="1">
                          <a:solidFill>
                            <a:srgbClr val="0E9F9A"/>
                          </a:solidFill>
                          <a:latin typeface="Calibri"/>
                        </a:rPr>
                        <a:t>Dockerfile, docker-compose.yml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222B38"/>
                          </a:solidFill>
                          <a:latin typeface="Calibri"/>
                        </a:rPr>
                        <a:t>Container packaging with volumes for data and reports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74904">
                <a:tc>
                  <a:txBody>
                    <a:bodyPr wrap="square" anchor="ctr" lIns="109728" rIns="109728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50" b="1">
                          <a:solidFill>
                            <a:srgbClr val="0E9F9A"/>
                          </a:solidFill>
                          <a:latin typeface="Calibri"/>
                        </a:rPr>
                        <a:t>requirements.txt, README.md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222B38"/>
                          </a:solidFill>
                          <a:latin typeface="Calibri"/>
                        </a:rPr>
                        <a:t>Dependencies, setup guide and API / integration notes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241280" cy="59436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Outcomes, Safeguards and How to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0515600" cy="36576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B8C7DA"/>
                </a:solidFill>
                <a:latin typeface="Calibri"/>
              </a:rPr>
              <a:t>Result states, built-in protections and the API</a:t>
            </a:r>
          </a:p>
        </p:txBody>
      </p:sp>
      <p:sp>
        <p:nvSpPr>
          <p:cNvPr id="6" name="Oval 5"/>
          <p:cNvSpPr/>
          <p:nvPr/>
        </p:nvSpPr>
        <p:spPr>
          <a:xfrm>
            <a:off x="11155680" y="320040"/>
            <a:ext cx="594360" cy="594360"/>
          </a:xfrm>
          <a:prstGeom prst="ellipse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788"/>
                </a:solidFill>
                <a:latin typeface="Calibri"/>
              </a:rPr>
              <a:t>AgentAssigner  |  Incident War Room - AI Agent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3611880" cy="493776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08760"/>
            <a:ext cx="3337560" cy="41148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F233F"/>
                </a:solidFill>
                <a:latin typeface="Calibri"/>
              </a:rPr>
              <a:t>Result statuses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011680"/>
            <a:ext cx="3246120" cy="365760"/>
          </a:xfrm>
          <a:prstGeom prst="roundRect">
            <a:avLst>
              <a:gd name="adj" fmla="val 3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SUCCESS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95728"/>
            <a:ext cx="3246120" cy="566928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222B38"/>
                </a:solidFill>
                <a:latin typeface="Calibri"/>
              </a:rPr>
              <a:t>Confidence at or above threshold. Central gets approve.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81528"/>
            <a:ext cx="3246120" cy="365760"/>
          </a:xfrm>
          <a:prstGeom prst="roundRect">
            <a:avLst>
              <a:gd name="adj" fmla="val 30000"/>
            </a:avLst>
          </a:prstGeom>
          <a:solidFill>
            <a:srgbClr val="E09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NEEDS_REVIEW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65576"/>
            <a:ext cx="3246120" cy="566928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222B38"/>
                </a:solidFill>
                <a:latin typeface="Calibri"/>
              </a:rPr>
              <a:t>Low confidence. Nothing is pushed; an engineer decides.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51376"/>
            <a:ext cx="3246120" cy="365760"/>
          </a:xfrm>
          <a:prstGeom prst="roundRect">
            <a:avLst>
              <a:gd name="adj" fmla="val 30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FAILED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35424"/>
            <a:ext cx="3246120" cy="566928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222B38"/>
                </a:solidFill>
                <a:latin typeface="Calibri"/>
              </a:rPr>
              <a:t>LLM or API error. Central gets reject.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221224"/>
            <a:ext cx="3246120" cy="365760"/>
          </a:xfrm>
          <a:prstGeom prst="roundRect">
            <a:avLst>
              <a:gd name="adj" fmla="val 30000"/>
            </a:avLst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QUEUED / IN_PROGRESS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05272"/>
            <a:ext cx="3246120" cy="566928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222B38"/>
                </a:solidFill>
                <a:latin typeface="Calibri"/>
              </a:rPr>
              <a:t>Still running. Repeat requests return the same run.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1463040"/>
            <a:ext cx="3611880" cy="493776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1508760"/>
            <a:ext cx="3337560" cy="41148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F233F"/>
                </a:solidFill>
                <a:latin typeface="Calibri"/>
              </a:rPr>
              <a:t>Safeguards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1965960"/>
            <a:ext cx="3337560" cy="429768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E9F9A"/>
                </a:solidFill>
                <a:latin typeface="Calibri"/>
              </a:rPr>
              <a:t>No loops: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222B38"/>
                </a:solidFill>
                <a:latin typeface="Calibri"/>
              </a:rPr>
              <a:t>a finished SUCCESS is returned as is, so the approve push cannot restart a run. Use ?force=true to re-run.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0E9F9A"/>
                </a:solidFill>
                <a:latin typeface="Calibri"/>
              </a:rPr>
              <a:t>Service auth: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222B38"/>
                </a:solidFill>
                <a:latin typeface="Calibri"/>
              </a:rPr>
              <a:t>X-API-Key is required on /api calls when SERVICE_API_KEY is set.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0E9F9A"/>
                </a:solidFill>
                <a:latin typeface="Calibri"/>
              </a:rPr>
              <a:t>Resilient: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222B38"/>
                </a:solidFill>
                <a:latin typeface="Calibri"/>
              </a:rPr>
              <a:t>callback failures never break an investigation, and Central being down is tolerated.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0E9F9A"/>
                </a:solidFill>
                <a:latin typeface="Calibri"/>
              </a:rPr>
              <a:t>Durable: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222B38"/>
                </a:solidFill>
                <a:latin typeface="Calibri"/>
              </a:rPr>
              <a:t>state is saved as JSON; runs cut off by a restart are marked FAILED.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0E9F9A"/>
                </a:solidFill>
                <a:latin typeface="Calibri"/>
              </a:rPr>
              <a:t>Human in control: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222B38"/>
                </a:solidFill>
                <a:latin typeface="Calibri"/>
              </a:rPr>
              <a:t>remediation is advice only. Approve and reject remain human decisions.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463040"/>
            <a:ext cx="3611880" cy="493776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1508760"/>
            <a:ext cx="3337560" cy="41148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F233F"/>
                </a:solidFill>
                <a:latin typeface="Calibri"/>
              </a:rPr>
              <a:t>API and run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2011680"/>
            <a:ext cx="640080" cy="310896"/>
          </a:xfrm>
          <a:prstGeom prst="roundRect">
            <a:avLst>
              <a:gd name="adj" fmla="val 30000"/>
            </a:avLst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1984248"/>
            <a:ext cx="2606040" cy="36576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2B38"/>
                </a:solidFill>
                <a:latin typeface="Calibri"/>
              </a:rPr>
              <a:t>/api/investigations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240280"/>
            <a:ext cx="2606040" cy="27432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B7788"/>
                </a:solidFill>
                <a:latin typeface="Calibri"/>
              </a:rPr>
              <a:t>start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2578608"/>
            <a:ext cx="640080" cy="310896"/>
          </a:xfrm>
          <a:prstGeom prst="roundRect">
            <a:avLst>
              <a:gd name="adj" fmla="val 30000"/>
            </a:avLst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2551176"/>
            <a:ext cx="2606040" cy="36576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2B38"/>
                </a:solidFill>
                <a:latin typeface="Calibri"/>
              </a:rPr>
              <a:t>/api/investigations/{id}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2807208"/>
            <a:ext cx="2606040" cy="27432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B7788"/>
                </a:solidFill>
                <a:latin typeface="Calibri"/>
              </a:rPr>
              <a:t>status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0" y="3145536"/>
            <a:ext cx="640080" cy="310896"/>
          </a:xfrm>
          <a:prstGeom prst="roundRect">
            <a:avLst>
              <a:gd name="adj" fmla="val 30000"/>
            </a:avLst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118104"/>
            <a:ext cx="2606040" cy="36576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2B38"/>
                </a:solidFill>
                <a:latin typeface="Calibri"/>
              </a:rPr>
              <a:t>.../{id}/details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3374136"/>
            <a:ext cx="2606040" cy="27432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B7788"/>
                </a:solidFill>
                <a:latin typeface="Calibri"/>
              </a:rPr>
              <a:t>full analysis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3712464"/>
            <a:ext cx="640080" cy="310896"/>
          </a:xfrm>
          <a:prstGeom prst="roundRect">
            <a:avLst>
              <a:gd name="adj" fmla="val 30000"/>
            </a:avLst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3685032"/>
            <a:ext cx="2606040" cy="36576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2B38"/>
                </a:solidFill>
                <a:latin typeface="Calibri"/>
              </a:rPr>
              <a:t>.../{id}/report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3941064"/>
            <a:ext cx="2606040" cy="27432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B7788"/>
                </a:solidFill>
                <a:latin typeface="Calibri"/>
              </a:rPr>
              <a:t>Markdown report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0" y="4279392"/>
            <a:ext cx="640080" cy="310896"/>
          </a:xfrm>
          <a:prstGeom prst="roundRect">
            <a:avLst>
              <a:gd name="adj" fmla="val 30000"/>
            </a:avLst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80" y="4251960"/>
            <a:ext cx="2606040" cy="36576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2B38"/>
                </a:solidFill>
                <a:latin typeface="Calibri"/>
              </a:rPr>
              <a:t>/health  /ready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4507992"/>
            <a:ext cx="2606040" cy="274320"/>
          </a:xfrm>
          <a:prstGeom prst="rect">
            <a:avLst/>
          </a:prstGeom>
          <a:noFill/>
        </p:spPr>
        <p:txBody>
          <a:bodyPr wrap="square" anchor="t" lIns="109728" r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B7788"/>
                </a:solidFill>
                <a:latin typeface="Calibri"/>
              </a:rPr>
              <a:t>probes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12480" y="4937760"/>
            <a:ext cx="3246120" cy="1325880"/>
          </a:xfrm>
          <a:prstGeom prst="roundRect">
            <a:avLst>
              <a:gd name="adj" fmla="val 8000"/>
            </a:avLst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E9F9A"/>
                </a:solidFill>
                <a:latin typeface="Calibri"/>
              </a:rPr>
              <a:t>Run 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python -m uvicorn app:app --reload --port 8000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B8C7DA"/>
                </a:solidFill>
                <a:latin typeface="Calibri"/>
              </a:rPr>
              <a:t>Docs: http://localhost:8000/docs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